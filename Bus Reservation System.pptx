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649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2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5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9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13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75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3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7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75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58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97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8424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57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4527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29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88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0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33382E2-1A40-4635-AF7E-12EFD293653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F548FF-2186-4762-9C2F-FB6BC0B7D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0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34D3C-CBB0-6DF9-1E12-50255B007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468" y="393191"/>
            <a:ext cx="8001000" cy="2971801"/>
          </a:xfrm>
        </p:spPr>
        <p:txBody>
          <a:bodyPr/>
          <a:lstStyle/>
          <a:p>
            <a:r>
              <a:rPr lang="en-US" b="1" u="sng" dirty="0"/>
              <a:t>Bus Reservation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143E5-C500-8406-3491-D77E1F011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816" y="3364992"/>
            <a:ext cx="8167180" cy="230428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TEAM MEMBERS:</a:t>
            </a:r>
          </a:p>
          <a:p>
            <a:r>
              <a:rPr lang="en-US" dirty="0">
                <a:solidFill>
                  <a:schemeClr val="tx1"/>
                </a:solidFill>
              </a:rPr>
              <a:t>1.</a:t>
            </a:r>
            <a:r>
              <a:rPr lang="en-IN" dirty="0">
                <a:solidFill>
                  <a:schemeClr val="tx1"/>
                </a:solidFill>
              </a:rPr>
              <a:t> Akella Abhi Ram(team lead) Rollno-25A31A05AB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2.</a:t>
            </a:r>
            <a:r>
              <a:rPr lang="en-IN" dirty="0">
                <a:solidFill>
                  <a:schemeClr val="tx1"/>
                </a:solidFill>
              </a:rPr>
              <a:t> Merla Himesh Raj Rollno-25A31A05AP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3.</a:t>
            </a:r>
            <a:r>
              <a:rPr lang="en-IN" dirty="0">
                <a:solidFill>
                  <a:schemeClr val="tx1"/>
                </a:solidFill>
              </a:rPr>
              <a:t> Diddi Rama Satya   Rollno-25A31A0571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4.</a:t>
            </a:r>
            <a:r>
              <a:rPr lang="en-IN" dirty="0">
                <a:solidFill>
                  <a:schemeClr val="tx1"/>
                </a:solidFill>
              </a:rPr>
              <a:t> Dora Kavya Sudha Rollno-25A31A0572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29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5EDAC-8EAB-60FC-FA63-D51A563C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6" y="-67734"/>
            <a:ext cx="8534400" cy="1507067"/>
          </a:xfrm>
        </p:spPr>
        <p:txBody>
          <a:bodyPr/>
          <a:lstStyle/>
          <a:p>
            <a:r>
              <a:rPr lang="en-US" b="1" u="sng" dirty="0"/>
              <a:t>1.INTRODUCTION: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7EED0-660E-8FC2-6018-0CFB0E8CC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020" y="1548215"/>
            <a:ext cx="8432356" cy="353585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Bus Reservation System is used to manage bus booking details 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It stores information like bus number, name, and seat availability 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Manual systems are time-consuming and less efficient 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Linked list helps in dynamic data storage and easy updates </a:t>
            </a:r>
          </a:p>
        </p:txBody>
      </p:sp>
    </p:spTree>
    <p:extLst>
      <p:ext uri="{BB962C8B-B14F-4D97-AF65-F5344CB8AC3E}">
        <p14:creationId xmlns:p14="http://schemas.microsoft.com/office/powerpoint/2010/main" val="2349713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2C71A-F25A-94DA-319C-A4009EC0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40" y="125644"/>
            <a:ext cx="8534400" cy="1507067"/>
          </a:xfrm>
        </p:spPr>
        <p:txBody>
          <a:bodyPr/>
          <a:lstStyle/>
          <a:p>
            <a:r>
              <a:rPr lang="en-US" b="1" u="sng" dirty="0"/>
              <a:t>CONCEPTS USED: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77184A-1B34-6D49-F0A7-D42E40F428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0818" y="1290990"/>
            <a:ext cx="511229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 List for storing bus records dynamically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 structure to store data and link buses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Pointers to connect different nodes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memory allocation for flexible storage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Traversal to access and display data </a:t>
            </a:r>
          </a:p>
        </p:txBody>
      </p:sp>
    </p:spTree>
    <p:extLst>
      <p:ext uri="{BB962C8B-B14F-4D97-AF65-F5344CB8AC3E}">
        <p14:creationId xmlns:p14="http://schemas.microsoft.com/office/powerpoint/2010/main" val="203164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9E120-F35A-A26C-5F3E-BACE4E6D7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72" y="180508"/>
            <a:ext cx="8534400" cy="1507067"/>
          </a:xfrm>
        </p:spPr>
        <p:txBody>
          <a:bodyPr/>
          <a:lstStyle/>
          <a:p>
            <a:r>
              <a:rPr lang="en-US" b="1" u="sng" dirty="0"/>
              <a:t>IMPORTANCE: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5391E7-5D09-F14B-80F6-1B5EFD9243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5572" y="1627812"/>
            <a:ext cx="78014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efficient way to manage bus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insertion and deletion easier compared to arrays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memory wastage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in real-world transport systems </a:t>
            </a:r>
          </a:p>
        </p:txBody>
      </p:sp>
    </p:spTree>
    <p:extLst>
      <p:ext uri="{BB962C8B-B14F-4D97-AF65-F5344CB8AC3E}">
        <p14:creationId xmlns:p14="http://schemas.microsoft.com/office/powerpoint/2010/main" val="309509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BD813-3D1D-670A-98F1-F9E0A65A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6" y="207940"/>
            <a:ext cx="8534400" cy="1507067"/>
          </a:xfrm>
        </p:spPr>
        <p:txBody>
          <a:bodyPr/>
          <a:lstStyle/>
          <a:p>
            <a:r>
              <a:rPr lang="en-US" b="1" u="sng" dirty="0"/>
              <a:t>WORKING: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1D047-E802-66B6-2A69-DD62DA4AC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96" y="1621366"/>
            <a:ext cx="8534400" cy="361526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Program starts with an empty linked list </a:t>
            </a:r>
          </a:p>
          <a:p>
            <a:r>
              <a:rPr lang="en-US" dirty="0">
                <a:solidFill>
                  <a:schemeClr val="tx1"/>
                </a:solidFill>
              </a:rPr>
              <a:t>User selects operations from menu </a:t>
            </a:r>
          </a:p>
          <a:p>
            <a:r>
              <a:rPr lang="en-US" dirty="0">
                <a:solidFill>
                  <a:schemeClr val="tx1"/>
                </a:solidFill>
              </a:rPr>
              <a:t>New buses are added as nodes </a:t>
            </a:r>
          </a:p>
          <a:p>
            <a:r>
              <a:rPr lang="en-US" dirty="0">
                <a:solidFill>
                  <a:schemeClr val="tx1"/>
                </a:solidFill>
              </a:rPr>
              <a:t>Search operation finds specific bus </a:t>
            </a:r>
          </a:p>
          <a:p>
            <a:r>
              <a:rPr lang="en-US" dirty="0">
                <a:solidFill>
                  <a:schemeClr val="tx1"/>
                </a:solidFill>
              </a:rPr>
              <a:t>Reservation updates available seats </a:t>
            </a:r>
          </a:p>
          <a:p>
            <a:r>
              <a:rPr lang="en-US" dirty="0">
                <a:solidFill>
                  <a:schemeClr val="tx1"/>
                </a:solidFill>
              </a:rPr>
              <a:t>Delete removes bus from system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881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2F86-5270-8443-5182-0C0BE27E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00" y="171364"/>
            <a:ext cx="8534400" cy="1507067"/>
          </a:xfrm>
        </p:spPr>
        <p:txBody>
          <a:bodyPr/>
          <a:lstStyle/>
          <a:p>
            <a:r>
              <a:rPr lang="en-US" b="1" u="sng" dirty="0"/>
              <a:t>ALGORITHMS: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EA2315-6083-B312-89B6-1217897193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9215" y="1485384"/>
            <a:ext cx="443262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Bus: Insert new node at end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Bus: Traverse and show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Bus: Compare bus numbers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Reserve Seat: Decrease available seats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Cancel Seat: Increase available seats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Bus: Remove node from list </a:t>
            </a:r>
          </a:p>
        </p:txBody>
      </p:sp>
    </p:spTree>
    <p:extLst>
      <p:ext uri="{BB962C8B-B14F-4D97-AF65-F5344CB8AC3E}">
        <p14:creationId xmlns:p14="http://schemas.microsoft.com/office/powerpoint/2010/main" val="1322152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33B54-911D-EBD0-E829-61A34A0DA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80" y="180509"/>
            <a:ext cx="8534400" cy="1264244"/>
          </a:xfrm>
        </p:spPr>
        <p:txBody>
          <a:bodyPr/>
          <a:lstStyle/>
          <a:p>
            <a:r>
              <a:rPr lang="en-US" b="1" u="sng" dirty="0"/>
              <a:t>Outputs: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77E1CA-23C2-BC2C-79E4-B7436773E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99" y="1860946"/>
            <a:ext cx="5249123" cy="4253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8F0032-8D59-6D1B-A60D-F1CBDDE43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579" y="1860946"/>
            <a:ext cx="5359400" cy="434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39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7C83-209C-3843-9664-E9ECC30E9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12" y="131232"/>
            <a:ext cx="8534400" cy="1507067"/>
          </a:xfrm>
        </p:spPr>
        <p:txBody>
          <a:bodyPr/>
          <a:lstStyle/>
          <a:p>
            <a:r>
              <a:rPr lang="en-US" b="1" u="sng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E1B5-5E08-EB84-0BB1-45EB0ACD4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638299"/>
            <a:ext cx="8534400" cy="361526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Dynamic memory allocation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Easy insertion and deletion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Efficient data handling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Simple and flexible implementation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935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F1AD-32BD-C338-A8C0-50E68C80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12" y="334432"/>
            <a:ext cx="8534400" cy="1507067"/>
          </a:xfrm>
        </p:spPr>
        <p:txBody>
          <a:bodyPr/>
          <a:lstStyle/>
          <a:p>
            <a:r>
              <a:rPr lang="en-US" b="1" u="sng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7F4CA-6A4D-EB66-9645-735FC65AA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112" y="1841499"/>
            <a:ext cx="8534400" cy="361526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Successfully implemented bus reservation system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Demonstrates working of linked list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Efficient for managing dynamic data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Helps understand real-world applications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0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18AD8-7D14-3DAF-8F52-F52B6F317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31532"/>
            <a:ext cx="12065000" cy="1735668"/>
          </a:xfrm>
        </p:spPr>
        <p:txBody>
          <a:bodyPr/>
          <a:lstStyle/>
          <a:p>
            <a:pPr algn="ctr"/>
            <a:r>
              <a:rPr lang="en-US" b="1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872886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29</TotalTime>
  <Words>254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Slice</vt:lpstr>
      <vt:lpstr>Bus Reservation System </vt:lpstr>
      <vt:lpstr>1.INTRODUCTION:</vt:lpstr>
      <vt:lpstr>CONCEPTS USED:</vt:lpstr>
      <vt:lpstr>IMPORTANCE:</vt:lpstr>
      <vt:lpstr>WORKING:</vt:lpstr>
      <vt:lpstr>ALGORITHMS:</vt:lpstr>
      <vt:lpstr>Outputs:</vt:lpstr>
      <vt:lpstr>ADVANTAGES</vt:lpstr>
      <vt:lpstr>Conclusion: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Abhiram Akella</dc:creator>
  <cp:lastModifiedBy>Abhiram Akella</cp:lastModifiedBy>
  <cp:revision>2</cp:revision>
  <dcterms:created xsi:type="dcterms:W3CDTF">2026-05-04T16:17:04Z</dcterms:created>
  <dcterms:modified xsi:type="dcterms:W3CDTF">2026-05-04T16:51:40Z</dcterms:modified>
</cp:coreProperties>
</file>